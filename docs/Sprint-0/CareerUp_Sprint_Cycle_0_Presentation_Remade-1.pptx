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DEA192-237E-4CBC-B5EF-FBF088C67B6B}" v="1" dt="2026-09-22T03:48:53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14" y="-28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fee Ahmed" userId="f936039da4a6621c" providerId="LiveId" clId="{9E96F229-1A2C-42A2-A68E-31E4AC3BF510}"/>
    <pc:docChg chg="addSld modSld">
      <pc:chgData name="Nafee Ahmed" userId="f936039da4a6621c" providerId="LiveId" clId="{9E96F229-1A2C-42A2-A68E-31E4AC3BF510}" dt="2026-09-22T03:48:53.931" v="1"/>
      <pc:docMkLst>
        <pc:docMk/>
      </pc:docMkLst>
      <pc:sldChg chg="addSp new">
        <pc:chgData name="Nafee Ahmed" userId="f936039da4a6621c" providerId="LiveId" clId="{9E96F229-1A2C-42A2-A68E-31E4AC3BF510}" dt="2026-09-22T03:48:53.931" v="1"/>
        <pc:sldMkLst>
          <pc:docMk/>
          <pc:sldMk cId="464046303" sldId="264"/>
        </pc:sldMkLst>
        <pc:spChg chg="add">
          <ac:chgData name="Nafee Ahmed" userId="f936039da4a6621c" providerId="LiveId" clId="{9E96F229-1A2C-42A2-A68E-31E4AC3BF510}" dt="2026-09-22T03:48:53.931" v="1"/>
          <ac:spMkLst>
            <pc:docMk/>
            <pc:sldMk cId="464046303" sldId="264"/>
            <ac:spMk id="2" creationId="{3AA11D10-BC70-B3A1-DF07-7C8F57E5795E}"/>
          </ac:spMkLst>
        </pc:spChg>
        <pc:spChg chg="add">
          <ac:chgData name="Nafee Ahmed" userId="f936039da4a6621c" providerId="LiveId" clId="{9E96F229-1A2C-42A2-A68E-31E4AC3BF510}" dt="2026-09-22T03:48:53.931" v="1"/>
          <ac:spMkLst>
            <pc:docMk/>
            <pc:sldMk cId="464046303" sldId="264"/>
            <ac:spMk id="3" creationId="{42238A84-F1BA-16AB-E105-8EDC47A23969}"/>
          </ac:spMkLst>
        </pc:spChg>
        <pc:spChg chg="add">
          <ac:chgData name="Nafee Ahmed" userId="f936039da4a6621c" providerId="LiveId" clId="{9E96F229-1A2C-42A2-A68E-31E4AC3BF510}" dt="2026-09-22T03:48:53.931" v="1"/>
          <ac:spMkLst>
            <pc:docMk/>
            <pc:sldMk cId="464046303" sldId="264"/>
            <ac:spMk id="4" creationId="{68DC1EDB-F5CF-5D60-414B-72C3450C532D}"/>
          </ac:spMkLst>
        </pc:spChg>
        <pc:picChg chg="add">
          <ac:chgData name="Nafee Ahmed" userId="f936039da4a6621c" providerId="LiveId" clId="{9E96F229-1A2C-42A2-A68E-31E4AC3BF510}" dt="2026-09-22T03:48:53.931" v="1"/>
          <ac:picMkLst>
            <pc:docMk/>
            <pc:sldMk cId="464046303" sldId="264"/>
            <ac:picMk id="1025" creationId="{1CA5C8F7-D2C5-91B1-7B06-C867DC02D9F3}"/>
          </ac:picMkLst>
        </pc:picChg>
        <pc:picChg chg="add">
          <ac:chgData name="Nafee Ahmed" userId="f936039da4a6621c" providerId="LiveId" clId="{9E96F229-1A2C-42A2-A68E-31E4AC3BF510}" dt="2026-09-22T03:48:53.931" v="1"/>
          <ac:picMkLst>
            <pc:docMk/>
            <pc:sldMk cId="464046303" sldId="264"/>
            <ac:picMk id="1026" creationId="{E9EA7A34-C0E0-F438-8144-DBBF49FFE078}"/>
          </ac:picMkLst>
        </pc:picChg>
        <pc:picChg chg="add">
          <ac:chgData name="Nafee Ahmed" userId="f936039da4a6621c" providerId="LiveId" clId="{9E96F229-1A2C-42A2-A68E-31E4AC3BF510}" dt="2026-09-22T03:48:53.931" v="1"/>
          <ac:picMkLst>
            <pc:docMk/>
            <pc:sldMk cId="464046303" sldId="264"/>
            <ac:picMk id="1027" creationId="{88BFEC4A-279C-95FE-215D-F91DFB398783}"/>
          </ac:picMkLst>
        </pc:picChg>
        <pc:picChg chg="add">
          <ac:chgData name="Nafee Ahmed" userId="f936039da4a6621c" providerId="LiveId" clId="{9E96F229-1A2C-42A2-A68E-31E4AC3BF510}" dt="2026-09-22T03:48:53.931" v="1"/>
          <ac:picMkLst>
            <pc:docMk/>
            <pc:sldMk cId="464046303" sldId="264"/>
            <ac:picMk id="1028" creationId="{4C9FD71D-CB13-5719-4A45-8AE3234D55C5}"/>
          </ac:picMkLst>
        </pc:picChg>
        <pc:picChg chg="add">
          <ac:chgData name="Nafee Ahmed" userId="f936039da4a6621c" providerId="LiveId" clId="{9E96F229-1A2C-42A2-A68E-31E4AC3BF510}" dt="2026-09-22T03:48:53.931" v="1"/>
          <ac:picMkLst>
            <pc:docMk/>
            <pc:sldMk cId="464046303" sldId="264"/>
            <ac:picMk id="1029" creationId="{083464D8-84E3-E898-5488-3FD8067B9BA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606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30–40 seconds. Introduce CareerUp and the team. Explain that this presentation covers what the team completed during Sprint Cycle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 minute. Give the audience the big picture of CareerUp. Keep this high-level; Sprint 0 is about preparation, not building features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 minute. Explain that Sprint 0 was about getting the team ready to develop. Mention that the final UI and database design belong to later sprint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 minute. Show that the repository is the team's official working location and that everyone participated individually.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 minute. Be careful here: the README currently lists technologies, but the group is still discussing the final frontend/backend choices. Do not present those choices as permanent until the team confirms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 minute. Briefly point out the commit history and the terminal showing a successful pull. Explain that each team member is expected to provide similar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 minute. Explain what happened in the first meeting and the Sprint 0 completion meeting. Mention that additional meetings were not needed for this sprint because the required setup work was completed through these meetings and team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45 seconds. Summarize what Sprint 0 accomplished and state that the team is ready to move forward once the remaining technology choices are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CareerUp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ptos"/>
              </a:defRPr>
            </a:pPr>
            <a:r>
              <a:t>Sprint Cycle 0 — Team Setup &amp; Project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8620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DCE6F0"/>
                </a:solidFill>
              </a:defRPr>
            </a:pPr>
            <a:r>
              <a:t>Nafee Ahmed • Isaiah Alfred • Jordan Monts • Malcolm Richards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  <a:latin typeface="Aptos Display"/>
              </a:defRPr>
            </a:pPr>
            <a:r>
              <a:t>What is CareerUp?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A media-first professional networking platform for college students and employers.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Students can showcase projects, internships, research, creative work, skills, images, and short videos.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Employers can discover students, review portfolios, communicate with candidates, and post opportunities.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Primary roles: Student, Recruiter, Company Representative, Career Advisor, and Administrator.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  <a:latin typeface="Aptos Display"/>
              </a:defRPr>
            </a:pPr>
            <a:r>
              <a:t>Sprint Cycle 0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Preparation before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Review the functional requirements as a team.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Establish one shared GitHub repository and initial project structure.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Make sure every team member can clone, pull, commit, and push.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Create the README, setup instructions, and project documentation.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Discuss the development technology and environment before implementation begins.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166360"/>
            <a:ext cx="105156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B44"/>
                </a:solidFill>
              </a:defRPr>
            </a:pPr>
            <a:r>
              <a:t>Important: No project-specific functionality, final UI, or database design was implemented in Sprint 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  <a:latin typeface="Aptos Display"/>
              </a:defRPr>
            </a:pPr>
            <a:r>
              <a:t>Repository &amp; Team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CareerUp GitHub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32B"/>
                </a:solidFill>
                <a:latin typeface="Aptos"/>
              </a:defRPr>
            </a:pPr>
            <a:r>
              <a:t>Created the shared CareerUp GitHub repository.</a:t>
            </a:r>
          </a:p>
          <a:p>
            <a:pPr>
              <a:spcAft>
                <a:spcPts val="1200"/>
              </a:spcAft>
              <a:defRPr sz="1800">
                <a:solidFill>
                  <a:srgbClr val="1C232B"/>
                </a:solidFill>
                <a:latin typeface="Aptos"/>
              </a:defRPr>
            </a:pPr>
            <a:r>
              <a:t>Added the README with the project description, team members, user roles, and setup instructions.</a:t>
            </a:r>
          </a:p>
          <a:p>
            <a:pPr>
              <a:spcAft>
                <a:spcPts val="1200"/>
              </a:spcAft>
              <a:defRPr sz="1800">
                <a:solidFill>
                  <a:srgbClr val="1C232B"/>
                </a:solidFill>
                <a:latin typeface="Aptos"/>
              </a:defRPr>
            </a:pPr>
            <a:r>
              <a:t>Created the initial repository structure for source code and documentation.</a:t>
            </a:r>
          </a:p>
          <a:p>
            <a:pPr>
              <a:spcAft>
                <a:spcPts val="1200"/>
              </a:spcAft>
              <a:defRPr sz="1800">
                <a:solidFill>
                  <a:srgbClr val="1C232B"/>
                </a:solidFill>
                <a:latin typeface="Aptos"/>
              </a:defRPr>
            </a:pPr>
            <a:r>
              <a:t>Each team member made an individual, nonfunctional contribution using their own GitHub account.</a:t>
            </a:r>
          </a:p>
          <a:p>
            <a:pPr>
              <a:spcAft>
                <a:spcPts val="1200"/>
              </a:spcAft>
              <a:defRPr sz="1800">
                <a:solidFill>
                  <a:srgbClr val="1C232B"/>
                </a:solidFill>
                <a:latin typeface="Aptos"/>
              </a:defRPr>
            </a:pPr>
            <a:r>
              <a:t>Each member verified repository access by cloning/pulling the current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  <a:latin typeface="Aptos Display"/>
              </a:defRPr>
            </a:pPr>
            <a:r>
              <a:t>Development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Current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257800" cy="425196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92B44"/>
                </a:solidFill>
              </a:defRPr>
            </a:pPr>
            <a:r>
              <a:t>Currently documented in README</a:t>
            </a:r>
          </a:p>
          <a:p>
            <a:pPr>
              <a:spcBef>
                <a:spcPts val="900"/>
              </a:spcBef>
              <a:defRPr sz="1700">
                <a:solidFill>
                  <a:srgbClr val="1C232B"/>
                </a:solidFill>
              </a:defRPr>
            </a:pPr>
            <a:r>
              <a:t>Java / HTML / CSS / JavaScript</a:t>
            </a:r>
          </a:p>
          <a:p>
            <a:pPr>
              <a:spcBef>
                <a:spcPts val="900"/>
              </a:spcBef>
              <a:defRPr sz="1700">
                <a:solidFill>
                  <a:srgbClr val="1C232B"/>
                </a:solidFill>
              </a:defRPr>
            </a:pPr>
            <a:r>
              <a:t>Spring Boot / React</a:t>
            </a:r>
          </a:p>
          <a:p>
            <a:pPr>
              <a:spcBef>
                <a:spcPts val="900"/>
              </a:spcBef>
              <a:defRPr sz="1700">
                <a:solidFill>
                  <a:srgbClr val="1C232B"/>
                </a:solidFill>
              </a:defRPr>
            </a:pPr>
            <a:r>
              <a:t>MySQL</a:t>
            </a:r>
          </a:p>
          <a:p>
            <a:pPr>
              <a:spcBef>
                <a:spcPts val="900"/>
              </a:spcBef>
              <a:defRPr sz="1700">
                <a:solidFill>
                  <a:srgbClr val="1C232B"/>
                </a:solidFill>
              </a:defRPr>
            </a:pPr>
            <a:r>
              <a:t>IntelliJ / Visual Studio</a:t>
            </a:r>
          </a:p>
          <a:p>
            <a:pPr>
              <a:spcBef>
                <a:spcPts val="900"/>
              </a:spcBef>
              <a:defRPr sz="1700">
                <a:solidFill>
                  <a:srgbClr val="1C232B"/>
                </a:solidFill>
              </a:defRPr>
            </a:pPr>
            <a:r>
              <a:t>JUnit / Jest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120640" cy="4251960"/>
          </a:xfrm>
          <a:prstGeom prst="roundRect">
            <a:avLst/>
          </a:prstGeom>
          <a:solidFill>
            <a:srgbClr val="FCF8EC"/>
          </a:solidFill>
          <a:ln>
            <a:solidFill>
              <a:srgbClr val="E6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92B44"/>
                </a:solidFill>
              </a:defRPr>
            </a:pPr>
            <a:r>
              <a:t>Still under team discussion</a:t>
            </a:r>
          </a:p>
          <a:p>
            <a:pPr>
              <a:spcBef>
                <a:spcPts val="1400"/>
              </a:spcBef>
              <a:defRPr sz="1800">
                <a:solidFill>
                  <a:srgbClr val="1C232B"/>
                </a:solidFill>
              </a:defRPr>
            </a:pPr>
            <a:r>
              <a:t>The team has discussed frontend and backend options, but the final choices should not be treated as permanent until the group confirms them.</a:t>
            </a:r>
          </a:p>
          <a:p>
            <a:pPr>
              <a:spcBef>
                <a:spcPts val="1600"/>
              </a:spcBef>
              <a:defRPr sz="1700">
                <a:solidFill>
                  <a:srgbClr val="1C232B"/>
                </a:solidFill>
              </a:defRPr>
            </a:pPr>
            <a:r>
              <a:t>Sprint 0 requires the team to finalize the selected development technology before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  <a:latin typeface="Aptos Display"/>
              </a:defRPr>
            </a:pPr>
            <a:r>
              <a:t>GitHub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Individual contribution and pull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6</a:t>
            </a:r>
          </a:p>
        </p:txBody>
      </p:sp>
      <p:pic>
        <p:nvPicPr>
          <p:cNvPr id="7" name="Picture 6" descr="pu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5486400" cy="956372"/>
          </a:xfrm>
          <a:prstGeom prst="rect">
            <a:avLst/>
          </a:prstGeom>
        </p:spPr>
      </p:pic>
      <p:pic>
        <p:nvPicPr>
          <p:cNvPr id="8" name="Picture 7" descr="b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25880"/>
            <a:ext cx="5349240" cy="3280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F6973"/>
                </a:solidFill>
              </a:defRPr>
            </a:pPr>
            <a:r>
              <a:t>Commit history verifies individual contributions • Git Bash verifies a successful clone and pull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>
            <a:extLst>
              <a:ext uri="{FF2B5EF4-FFF2-40B4-BE49-F238E27FC236}">
                <a16:creationId xmlns:a16="http://schemas.microsoft.com/office/drawing/2014/main" id="{083464D8-84E3-E898-5488-3FD8067B9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5953125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1" descr="Image 2 of 2 shared by Isaiah A.">
            <a:extLst>
              <a:ext uri="{FF2B5EF4-FFF2-40B4-BE49-F238E27FC236}">
                <a16:creationId xmlns:a16="http://schemas.microsoft.com/office/drawing/2014/main" id="{4C9FD71D-CB13-5719-4A45-8AE3234D5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05125"/>
            <a:ext cx="59436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Image 1 of 2 shared by Isaiah A.">
            <a:extLst>
              <a:ext uri="{FF2B5EF4-FFF2-40B4-BE49-F238E27FC236}">
                <a16:creationId xmlns:a16="http://schemas.microsoft.com/office/drawing/2014/main" id="{88BFEC4A-279C-95FE-215D-F91DFB398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86450"/>
            <a:ext cx="594360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9EA7A34-C0E0-F438-8144-DBBF49FFE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29725"/>
            <a:ext cx="5943600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7" descr="bash.png">
            <a:extLst>
              <a:ext uri="{FF2B5EF4-FFF2-40B4-BE49-F238E27FC236}">
                <a16:creationId xmlns:a16="http://schemas.microsoft.com/office/drawing/2014/main" id="{1CA5C8F7-D2C5-91B1-7B06-C867DC02D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77800"/>
            <a:ext cx="5343525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3AA11D10-BC70-B3A1-DF07-7C8F57E57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42238A84-F1BA-16AB-E105-8EDC47A23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877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8DC1EDB-F5CF-5D60-414B-72C3450C5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154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Tried to get Jordan’s gh verifications but Jordan refused to answer and give pictures. I have proof of trying to do so since 6 pm and reminders of doing so before that day as well. I have 3 of 4 team members verifications but only due to Jordan not cooperating.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046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  <a:latin typeface="Aptos Display"/>
              </a:defRPr>
            </a:pPr>
            <a:r>
              <a:t>Team Meetings &amp; Sprint 0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How the team coordinated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7</a:t>
            </a:r>
          </a:p>
        </p:txBody>
      </p:sp>
      <p:pic>
        <p:nvPicPr>
          <p:cNvPr id="7" name="Picture 6" descr="IMG_209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212080" cy="3909060"/>
          </a:xfrm>
          <a:prstGeom prst="rect">
            <a:avLst/>
          </a:prstGeom>
        </p:spPr>
      </p:pic>
      <p:pic>
        <p:nvPicPr>
          <p:cNvPr id="8" name="Picture 7" descr="IMG_214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17320"/>
            <a:ext cx="5212080" cy="39090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98348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B44"/>
                </a:solidFill>
              </a:defRPr>
            </a:pPr>
            <a:r>
              <a:t>First meeting</a:t>
            </a:r>
          </a:p>
          <a:p>
            <a:pPr>
              <a:defRPr sz="1400">
                <a:solidFill>
                  <a:srgbClr val="1C232B"/>
                </a:solidFill>
              </a:defRPr>
            </a:pPr>
            <a:r>
              <a:t>Created the repository, reviewed the project direction, and discussed possible frontend/backend approaches.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98348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B44"/>
                </a:solidFill>
              </a:defRPr>
            </a:pPr>
            <a:r>
              <a:t>Sprint 0 completion</a:t>
            </a:r>
          </a:p>
          <a:p>
            <a:pPr>
              <a:defRPr sz="1400">
                <a:solidFill>
                  <a:srgbClr val="1C232B"/>
                </a:solidFill>
              </a:defRPr>
            </a:pPr>
            <a:r>
              <a:t>Reviewed the completed setup work, GitHub contributions, verification evidence, presentation, and meeting documentation.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Sprint Cycle 0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953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✓ Shared repository established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✓ README and setup documentation created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✓ Individual GitHub contributions completed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✓ Clone / pull verification collected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✓ Meeting documentation completed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→ Final technology choices still need team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71500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CE6F0"/>
                </a:solidFill>
              </a:defRPr>
            </a:pPr>
            <a:r>
              <a:t>CareerUp is prepared to move into the next sprint once the remaining technology decision is finalized.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743</Words>
  <Application>Microsoft Office PowerPoint</Application>
  <PresentationFormat>Widescreen</PresentationFormat>
  <Paragraphs>67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Nafee Ahmed</cp:lastModifiedBy>
  <cp:revision>1</cp:revision>
  <dcterms:created xsi:type="dcterms:W3CDTF">2013-01-27T09:14:16Z</dcterms:created>
  <dcterms:modified xsi:type="dcterms:W3CDTF">2026-09-22T03:48:57Z</dcterms:modified>
  <cp:category/>
</cp:coreProperties>
</file>